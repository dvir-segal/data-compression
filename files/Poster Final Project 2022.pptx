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6858000" cy="10080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6" autoAdjust="0"/>
    <p:restoredTop sz="94660"/>
  </p:normalViewPr>
  <p:slideViewPr>
    <p:cSldViewPr snapToGrid="0">
      <p:cViewPr>
        <p:scale>
          <a:sx n="125" d="100"/>
          <a:sy n="125" d="100"/>
        </p:scale>
        <p:origin x="2010" y="-10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49770"/>
            <a:ext cx="5829300" cy="350955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94662"/>
            <a:ext cx="5143500" cy="243381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71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03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513159"/>
            <a:ext cx="5915025" cy="419325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746088"/>
            <a:ext cx="5915025" cy="220513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25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83500"/>
            <a:ext cx="2914650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83500"/>
            <a:ext cx="2914650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386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36702"/>
            <a:ext cx="5915025" cy="1948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71154"/>
            <a:ext cx="2901255" cy="121107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82228"/>
            <a:ext cx="2901255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71154"/>
            <a:ext cx="2915543" cy="121107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82228"/>
            <a:ext cx="2915543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55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88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15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2042"/>
            <a:ext cx="2211884" cy="23521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51426"/>
            <a:ext cx="3471863" cy="716377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24188"/>
            <a:ext cx="2211884" cy="560268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121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2042"/>
            <a:ext cx="2211884" cy="23521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51426"/>
            <a:ext cx="3471863" cy="716377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24188"/>
            <a:ext cx="2211884" cy="560268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69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523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36700"/>
            <a:ext cx="1478756" cy="854286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36700"/>
            <a:ext cx="4350544" cy="854286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48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36702"/>
            <a:ext cx="5915025" cy="1948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83500"/>
            <a:ext cx="5915025" cy="6396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343248"/>
            <a:ext cx="154305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343248"/>
            <a:ext cx="2314575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343248"/>
            <a:ext cx="154305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73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" y="0"/>
            <a:ext cx="6857999" cy="1283749"/>
          </a:xfr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pPr defTabSz="951583"/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       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Data Compression – </a:t>
            </a:r>
            <a:r>
              <a:rPr lang="en-US" b="1" dirty="0">
                <a:solidFill>
                  <a:schemeClr val="tx1"/>
                </a:solidFill>
                <a:latin typeface="Calibri"/>
                <a:cs typeface="Arial"/>
              </a:rPr>
              <a:t>Comparing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1900" b="1" dirty="0" err="1">
                <a:solidFill>
                  <a:schemeClr val="tx1"/>
                </a:solidFill>
                <a:latin typeface="Calibri"/>
                <a:cs typeface="Arial"/>
              </a:rPr>
              <a:t>Haar’s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 Algorithms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en-US" sz="1307" b="1" dirty="0">
              <a:solidFill>
                <a:schemeClr val="tx1"/>
              </a:solidFill>
              <a:latin typeface="Calibri"/>
              <a:cs typeface="Arial"/>
            </a:endParaRPr>
          </a:p>
          <a:p>
            <a:pPr defTabSz="951583"/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Presenters: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Liel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Berniker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, Noy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Osi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, Dvir Segal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Instructor: Prof. Dana Shapira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he-IL" sz="1307" b="1" dirty="0">
              <a:solidFill>
                <a:schemeClr val="tx1"/>
              </a:solidFill>
              <a:latin typeface="Calibri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44880" y="5002000"/>
            <a:ext cx="184730" cy="17376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endParaRPr lang="he-IL" sz="490" dirty="0"/>
          </a:p>
        </p:txBody>
      </p:sp>
      <p:sp>
        <p:nvSpPr>
          <p:cNvPr id="12" name="Rounded Rectangle 6"/>
          <p:cNvSpPr/>
          <p:nvPr/>
        </p:nvSpPr>
        <p:spPr>
          <a:xfrm>
            <a:off x="3539366" y="1502750"/>
            <a:ext cx="3152036" cy="2349321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en-US" sz="14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2. Introduction:</a:t>
            </a:r>
          </a:p>
          <a:p>
            <a:pPr>
              <a:defRPr/>
            </a:pPr>
            <a:r>
              <a:rPr lang="en-US" sz="1050" i="0" dirty="0">
                <a:solidFill>
                  <a:srgbClr val="20212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Data compression is the process of encoding, restructuring or otherwise modifying data in order to reduce its size</a:t>
            </a:r>
            <a:r>
              <a:rPr lang="en-US" sz="1050" i="0" dirty="0">
                <a:solidFill>
                  <a:prstClr val="black"/>
                </a:solidFill>
                <a:effectLst/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.</a:t>
            </a:r>
          </a:p>
          <a:p>
            <a:pPr>
              <a:defRPr/>
            </a:pP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In our </a:t>
            </a:r>
            <a:r>
              <a:rPr lang="en-US" sz="1050" i="0" dirty="0">
                <a:solidFill>
                  <a:srgbClr val="20212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Data compression </a:t>
            </a: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research we specified at the </a:t>
            </a:r>
            <a:r>
              <a:rPr lang="en-US" sz="1050" i="0" u="none" strike="noStrike" baseline="0" dirty="0" err="1">
                <a:latin typeface="Arial" panose="020B0604020202020204" pitchFamily="34" charset="0"/>
                <a:cs typeface="Arial" panose="020B0604020202020204" pitchFamily="34" charset="0"/>
              </a:rPr>
              <a:t>Haar</a:t>
            </a:r>
            <a:r>
              <a:rPr lang="en-US" sz="1050" i="0" u="none" strike="noStrike" baseline="0" dirty="0">
                <a:latin typeface="Arial" panose="020B0604020202020204" pitchFamily="34" charset="0"/>
                <a:cs typeface="Arial" panose="020B0604020202020204" pitchFamily="34" charset="0"/>
              </a:rPr>
              <a:t> wavelet transform ,which is a simple discrete transform.</a:t>
            </a:r>
          </a:p>
          <a:p>
            <a:pPr>
              <a:defRPr/>
            </a:pP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We compare 2 main </a:t>
            </a:r>
            <a:r>
              <a:rPr lang="en-US" sz="1050" dirty="0" err="1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Haar</a:t>
            </a: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 </a:t>
            </a:r>
            <a:r>
              <a:rPr lang="en-US" sz="1050" dirty="0" err="1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algorithems</a:t>
            </a: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 which </a:t>
            </a:r>
            <a:r>
              <a:rPr lang="en-US" sz="1050" i="0" u="none" strike="noStrike" baseline="0" dirty="0">
                <a:latin typeface="Arial" panose="020B0604020202020204" pitchFamily="34" charset="0"/>
                <a:cs typeface="Arial" panose="020B0604020202020204" pitchFamily="34" charset="0"/>
              </a:rPr>
              <a:t>applied for lossless compression of integer sequences.</a:t>
            </a:r>
            <a:endParaRPr lang="en-US" sz="1050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1050" dirty="0" err="1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Haar</a:t>
            </a: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 Integer and </a:t>
            </a:r>
            <a:r>
              <a:rPr lang="en-US" sz="1050" dirty="0" err="1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Haar</a:t>
            </a:r>
            <a:r>
              <a:rPr lang="en-US" sz="105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 New Transform.</a:t>
            </a:r>
          </a:p>
          <a:p>
            <a:pPr>
              <a:defRPr/>
            </a:pPr>
            <a:r>
              <a:rPr lang="en-US" sz="105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In discover of the optimal algorithms in different aspects.</a:t>
            </a:r>
            <a:endParaRPr lang="he-IL" sz="1050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17" name="Rounded Rectangle 6"/>
          <p:cNvSpPr/>
          <p:nvPr/>
        </p:nvSpPr>
        <p:spPr>
          <a:xfrm>
            <a:off x="166596" y="2841385"/>
            <a:ext cx="2944178" cy="2624578"/>
          </a:xfrm>
          <a:prstGeom prst="round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he-IL" sz="1200" b="1" dirty="0">
                <a:latin typeface="Arial" pitchFamily="34" charset="0"/>
                <a:ea typeface="Tahoma" pitchFamily="34" charset="0"/>
                <a:cs typeface="Arial" pitchFamily="34" charset="0"/>
              </a:rPr>
              <a:t>3</a:t>
            </a:r>
            <a:r>
              <a:rPr lang="en-US" sz="1200" b="1" dirty="0">
                <a:latin typeface="Arial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1200" dirty="0"/>
              <a:t>Methods/algorithms/Alternatives or</a:t>
            </a:r>
            <a:br>
              <a:rPr lang="en-US" sz="1200" dirty="0"/>
            </a:br>
            <a:r>
              <a:rPr lang="en-US" sz="1200" dirty="0"/>
              <a:t>     Design Considerations:</a:t>
            </a:r>
          </a:p>
          <a:p>
            <a:pPr>
              <a:defRPr/>
            </a:pPr>
            <a:endParaRPr lang="en-US" sz="1200" dirty="0"/>
          </a:p>
          <a:p>
            <a:pPr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The Method we chose to implement the different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algorithems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were based on the article “New Compression Schemes for Natural Number Sequences” by Prof. Dana Shapira.</a:t>
            </a:r>
          </a:p>
          <a:p>
            <a:pPr>
              <a:defRPr/>
            </a:pPr>
            <a:r>
              <a:rPr lang="en-US" sz="1200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The method to compare the </a:t>
            </a:r>
            <a:r>
              <a:rPr lang="en-US" sz="12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efficiency</a:t>
            </a:r>
            <a:r>
              <a:rPr lang="en-US" sz="1200" dirty="0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 of the </a:t>
            </a:r>
            <a:r>
              <a:rPr lang="en-US" sz="1200" dirty="0" err="1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algorihems</a:t>
            </a:r>
            <a:r>
              <a:rPr lang="en-US" sz="1200" dirty="0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 were to measure the bit size </a:t>
            </a:r>
            <a:r>
              <a:rPr lang="en-US" sz="1200" dirty="0" err="1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compresed</a:t>
            </a:r>
            <a:r>
              <a:rPr lang="en-US" sz="1200" dirty="0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 massage each </a:t>
            </a:r>
            <a:r>
              <a:rPr lang="en-US" sz="1200" dirty="0" err="1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algorithem</a:t>
            </a:r>
            <a:r>
              <a:rPr lang="en-US" sz="1200" dirty="0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 </a:t>
            </a:r>
            <a:r>
              <a:rPr lang="en-US" sz="12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produce</a:t>
            </a:r>
            <a:r>
              <a:rPr lang="en-US" sz="12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en-US" sz="1200" dirty="0">
              <a:latin typeface="Arial" panose="020B0604020202020204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endParaRPr lang="en-US" sz="1200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1200" b="1" dirty="0">
                <a:latin typeface="Arial" pitchFamily="34" charset="0"/>
                <a:ea typeface="Tahoma" pitchFamily="34" charset="0"/>
                <a:cs typeface="Arial" pitchFamily="34" charset="0"/>
              </a:rPr>
              <a:t>   </a:t>
            </a:r>
            <a:br>
              <a:rPr lang="en-US" sz="1200" b="1" dirty="0"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he-IL" sz="1200" b="1" dirty="0"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endParaRPr lang="en-US" sz="1200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29" name="Rounded Rectangle 6"/>
          <p:cNvSpPr/>
          <p:nvPr/>
        </p:nvSpPr>
        <p:spPr>
          <a:xfrm>
            <a:off x="3575954" y="4065750"/>
            <a:ext cx="3115448" cy="1466925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1" anchor="t"/>
          <a:lstStyle/>
          <a:p>
            <a:pPr algn="l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4. Selected Approach: </a:t>
            </a:r>
          </a:p>
          <a:p>
            <a:pPr algn="l">
              <a:defRPr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The </a:t>
            </a:r>
            <a:r>
              <a:rPr lang="en-US" sz="1200" dirty="0" err="1">
                <a:solidFill>
                  <a:schemeClr val="tx1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Haar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algorithems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r>
              <a:rPr lang="en-US" sz="1200" i="0" dirty="0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outcome were </a:t>
            </a:r>
            <a:r>
              <a:rPr lang="en-US" sz="1200" i="0" dirty="0" err="1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compresed</a:t>
            </a:r>
            <a:r>
              <a:rPr lang="en-US" sz="1200" i="0" dirty="0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 by several different </a:t>
            </a:r>
            <a:r>
              <a:rPr lang="en-US" sz="1200" i="0" dirty="0" err="1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compertion</a:t>
            </a:r>
            <a:r>
              <a:rPr lang="en-US" sz="1200" i="0" dirty="0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 </a:t>
            </a:r>
            <a:r>
              <a:rPr lang="en-US" sz="1200" i="0" dirty="0" err="1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algorithems</a:t>
            </a:r>
            <a:r>
              <a:rPr lang="en-US" sz="1200" i="0" dirty="0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 such as : Elias code </a:t>
            </a:r>
            <a:r>
              <a:rPr lang="en-US" sz="1200" i="0" u="none" strike="noStrike" baseline="0" dirty="0">
                <a:solidFill>
                  <a:schemeClr val="tx1"/>
                </a:solidFill>
                <a:latin typeface="CambriaMath"/>
              </a:rPr>
              <a:t>𝑪𝜹 , binary coding and unary coding</a:t>
            </a:r>
            <a:endParaRPr lang="en-US" sz="1200" dirty="0">
              <a:solidFill>
                <a:schemeClr val="tx1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 algn="l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All the implementation were made in C</a:t>
            </a:r>
            <a:r>
              <a:rPr lang="en-US" sz="120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++ </a:t>
            </a:r>
            <a:endParaRPr lang="he-IL" sz="1200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36" name="Rounded Rectangle 6"/>
          <p:cNvSpPr/>
          <p:nvPr/>
        </p:nvSpPr>
        <p:spPr>
          <a:xfrm>
            <a:off x="166597" y="5746355"/>
            <a:ext cx="6524805" cy="4123403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1" anchor="t"/>
          <a:lstStyle/>
          <a:p>
            <a:pPr rtl="1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5. Solution Description (Algorithms, Modulation, Patterns, Infrastructure, UI</a:t>
            </a:r>
            <a:r>
              <a:rPr lang="en-US" sz="120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,   </a:t>
            </a:r>
            <a:br>
              <a:rPr lang="en-US" sz="120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en-US" sz="120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     Functionality</a:t>
            </a: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)</a:t>
            </a:r>
            <a:endParaRPr lang="he-IL" sz="1200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56292" y="9124806"/>
            <a:ext cx="750659" cy="209609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 wrap="square" rtlCol="1">
            <a:spAutoFit/>
          </a:bodyPr>
          <a:lstStyle/>
          <a:p>
            <a:pPr algn="ctr"/>
            <a:r>
              <a:rPr lang="en-US" sz="762" dirty="0">
                <a:latin typeface="Arial" pitchFamily="34" charset="0"/>
                <a:cs typeface="Arial" pitchFamily="34" charset="0"/>
              </a:rPr>
              <a:t>Visit Us</a:t>
            </a:r>
            <a:endParaRPr lang="he-IL" sz="762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74739229-DA93-498A-93F3-E36AC736CA39}"/>
              </a:ext>
            </a:extLst>
          </p:cNvPr>
          <p:cNvSpPr/>
          <p:nvPr/>
        </p:nvSpPr>
        <p:spPr>
          <a:xfrm rot="10800000">
            <a:off x="3141383" y="1911601"/>
            <a:ext cx="397983" cy="24173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5ACDA5A-2EDD-4539-A5A7-1A7E2E4C029F}"/>
              </a:ext>
            </a:extLst>
          </p:cNvPr>
          <p:cNvSpPr/>
          <p:nvPr/>
        </p:nvSpPr>
        <p:spPr>
          <a:xfrm rot="10800000">
            <a:off x="3141382" y="3221338"/>
            <a:ext cx="397984" cy="2417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52" name="Arrow: Left 51">
            <a:extLst>
              <a:ext uri="{FF2B5EF4-FFF2-40B4-BE49-F238E27FC236}">
                <a16:creationId xmlns:a16="http://schemas.microsoft.com/office/drawing/2014/main" id="{B42B5E19-1352-4CD7-BA33-5F59FA87A388}"/>
              </a:ext>
            </a:extLst>
          </p:cNvPr>
          <p:cNvSpPr/>
          <p:nvPr/>
        </p:nvSpPr>
        <p:spPr>
          <a:xfrm rot="10800000">
            <a:off x="3126077" y="4436621"/>
            <a:ext cx="434574" cy="2417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34A1CC8-3731-4427-9E37-E524BEB70E91}"/>
              </a:ext>
            </a:extLst>
          </p:cNvPr>
          <p:cNvSpPr/>
          <p:nvPr/>
        </p:nvSpPr>
        <p:spPr>
          <a:xfrm>
            <a:off x="1701800" y="5446552"/>
            <a:ext cx="236752" cy="2998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8" name="Rounded Rectangle 6">
            <a:extLst>
              <a:ext uri="{FF2B5EF4-FFF2-40B4-BE49-F238E27FC236}">
                <a16:creationId xmlns:a16="http://schemas.microsoft.com/office/drawing/2014/main" id="{833CA314-16B2-48AE-972C-270F5704890A}"/>
              </a:ext>
            </a:extLst>
          </p:cNvPr>
          <p:cNvSpPr/>
          <p:nvPr/>
        </p:nvSpPr>
        <p:spPr>
          <a:xfrm>
            <a:off x="197204" y="1516650"/>
            <a:ext cx="2944177" cy="1105544"/>
          </a:xfrm>
          <a:prstGeom prst="round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buFontTx/>
              <a:buAutoNum type="arabicPeriod"/>
              <a:defRPr/>
            </a:pPr>
            <a:r>
              <a:rPr lang="en-US" sz="1600" dirty="0"/>
              <a:t>Contribution/project goal:   </a:t>
            </a:r>
          </a:p>
          <a:p>
            <a:pPr>
              <a:defRPr/>
            </a:pPr>
            <a:r>
              <a:rPr lang="en-US" sz="1400" dirty="0">
                <a:solidFill>
                  <a:prstClr val="black"/>
                </a:solidFill>
                <a:latin typeface="Arial" pitchFamily="34" charset="0"/>
                <a:ea typeface="Tahoma" pitchFamily="34" charset="0"/>
              </a:rPr>
              <a:t>Compare between different </a:t>
            </a:r>
            <a:r>
              <a:rPr lang="en-US" sz="1400" dirty="0" err="1">
                <a:solidFill>
                  <a:prstClr val="black"/>
                </a:solidFill>
                <a:latin typeface="Arial" pitchFamily="34" charset="0"/>
                <a:ea typeface="Tahoma" pitchFamily="34" charset="0"/>
              </a:rPr>
              <a:t>Haar</a:t>
            </a:r>
            <a:r>
              <a:rPr lang="en-US" sz="1400" dirty="0">
                <a:solidFill>
                  <a:prstClr val="black"/>
                </a:solidFill>
                <a:latin typeface="Arial" pitchFamily="34" charset="0"/>
                <a:ea typeface="Tahoma" pitchFamily="34" charset="0"/>
              </a:rPr>
              <a:t> algorithms in data compression and Discover the optimal one</a:t>
            </a:r>
            <a:endParaRPr lang="he-IL" sz="1400" dirty="0">
              <a:solidFill>
                <a:prstClr val="black"/>
              </a:solidFill>
              <a:latin typeface="Arial" pitchFamily="34" charset="0"/>
              <a:ea typeface="Tahoma" pitchFamily="34" charset="0"/>
            </a:endParaRPr>
          </a:p>
          <a:p>
            <a:pPr>
              <a:defRPr/>
            </a:pPr>
            <a:endParaRPr lang="en-US" sz="12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C49D1D0-6211-48F5-B887-977D5BA10AE3}"/>
              </a:ext>
            </a:extLst>
          </p:cNvPr>
          <p:cNvCxnSpPr>
            <a:cxnSpLocks/>
          </p:cNvCxnSpPr>
          <p:nvPr/>
        </p:nvCxnSpPr>
        <p:spPr>
          <a:xfrm>
            <a:off x="5219312" y="9513911"/>
            <a:ext cx="4372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F3F334E-0FC7-49AB-A5E6-5E33276B81C9}"/>
              </a:ext>
            </a:extLst>
          </p:cNvPr>
          <p:cNvSpPr txBox="1"/>
          <p:nvPr/>
        </p:nvSpPr>
        <p:spPr>
          <a:xfrm>
            <a:off x="2680469" y="9383106"/>
            <a:ext cx="25154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en-US" sz="1100" dirty="0"/>
              <a:t>Scan </a:t>
            </a:r>
            <a:r>
              <a:rPr lang="en-US" sz="1100" dirty="0" err="1"/>
              <a:t>QRCode</a:t>
            </a:r>
            <a:r>
              <a:rPr lang="en-US" sz="1100" dirty="0"/>
              <a:t> for full Instructions(</a:t>
            </a:r>
            <a:r>
              <a:rPr lang="en-US" sz="1100" dirty="0" err="1"/>
              <a:t>github</a:t>
            </a:r>
            <a:r>
              <a:rPr lang="en-US" sz="1100"/>
              <a:t>)</a:t>
            </a:r>
            <a:endParaRPr lang="en-US" sz="11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CFC95C-2546-AA42-06DB-F6A83ED431C2}"/>
              </a:ext>
            </a:extLst>
          </p:cNvPr>
          <p:cNvSpPr/>
          <p:nvPr/>
        </p:nvSpPr>
        <p:spPr>
          <a:xfrm>
            <a:off x="5940055" y="240873"/>
            <a:ext cx="845495" cy="7278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E06C4-1B62-4427-98E9-3F44949EBC0B}"/>
              </a:ext>
            </a:extLst>
          </p:cNvPr>
          <p:cNvSpPr/>
          <p:nvPr/>
        </p:nvSpPr>
        <p:spPr>
          <a:xfrm>
            <a:off x="-1717547" y="-4645382"/>
            <a:ext cx="62858" cy="15958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E6E5B8AC-6650-0A12-96E1-68DED619F6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641"/>
            <a:ext cx="1158240" cy="883105"/>
          </a:xfrm>
          <a:prstGeom prst="rect">
            <a:avLst/>
          </a:prstGeom>
        </p:spPr>
      </p:pic>
      <p:pic>
        <p:nvPicPr>
          <p:cNvPr id="19" name="תמונה 18">
            <a:extLst>
              <a:ext uri="{FF2B5EF4-FFF2-40B4-BE49-F238E27FC236}">
                <a16:creationId xmlns:a16="http://schemas.microsoft.com/office/drawing/2014/main" id="{C73F2B34-3D9E-0918-6D79-A9E4F21513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6123" y="9314163"/>
            <a:ext cx="467864" cy="467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84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515</TotalTime>
  <Words>254</Words>
  <Application>Microsoft Office PowerPoint</Application>
  <PresentationFormat>מותאם אישית</PresentationFormat>
  <Paragraphs>23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7" baseType="lpstr">
      <vt:lpstr>Arial</vt:lpstr>
      <vt:lpstr>Assistant</vt:lpstr>
      <vt:lpstr>Calibri</vt:lpstr>
      <vt:lpstr>Calibri Light</vt:lpstr>
      <vt:lpstr>CambriaMath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yogi zor</dc:creator>
  <cp:lastModifiedBy>lio berni</cp:lastModifiedBy>
  <cp:revision>24</cp:revision>
  <dcterms:created xsi:type="dcterms:W3CDTF">2020-05-21T09:41:20Z</dcterms:created>
  <dcterms:modified xsi:type="dcterms:W3CDTF">2022-05-22T13:59:47Z</dcterms:modified>
</cp:coreProperties>
</file>